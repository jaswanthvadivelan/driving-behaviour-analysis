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0F172A"/>
                </a:solidFill>
                <a:latin typeface="Calibri"/>
              </a:rPr>
              <a:t>DBAS ? Driving Behaviour Analysis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475569"/>
                </a:solidFill>
                <a:latin typeface="Calibri"/>
              </a:rPr>
              <a:t>Streamlit dashboard for aggressive-driving detection using DTW + SVM</a:t>
            </a:r>
          </a:p>
          <a:p>
            <a:r>
              <a:rPr sz="2000">
                <a:solidFill>
                  <a:srgbClr val="475569"/>
                </a:solidFill>
                <a:latin typeface="Calibri"/>
              </a:rPr>
              <a:t>Version 1.0 ?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Problem &amp; solution overview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Technology stack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Architecture &amp; modules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ML pipeline and scoring logic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End-to-end flow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Key features &amp; UI pages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Configuration &amp; data formats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How to run and use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Why DBAS is different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Fleet operators need an automated way to detect aggressive driving patterns.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Manual review of trip data is slow and inconsistent.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Safety teams need alerts and reports that are easy to act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DBAS ingests speed time-series per trip (50 time steps).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DTW features compare each trip to calm/aggressive templates.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An SVM classifier predicts label + confidence.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 safety score (0?100) drives dashboards, alerts,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Application &amp; UI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Python 3.10+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Streamlit (multi-page UI)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Plotly (interactive charts)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streamlit-option-menu (top navigation)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streamlit-autorefresh (live dashboards)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5778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Data, ML &amp; Reporting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Pandas + NumPy (data processing)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dtaidistance (DTW features)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scikit-learn SVC (SVM classifier)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ReportLab + Matplotlib (PDF reports)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PyYAML (config loader)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Separated layers keep UI, business logic, and data concerns independent.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UI Layer (app/): Streamlit pages + components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Core Layer (core/): scoring, alerts, profiling, reports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Pipelines (pipelines/): offline data prep and model training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Data Layer (data/, models/, outputs/): CSV storage and model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Key Modules (Core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TripScorer: DTW feature extraction + SVM prediction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HistoryManager: persistent trip history (CSV)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AlertEngine: rule-based alert creation &amp; status updates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VehicleProfiler: per-vehicle and fleet analytics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ReportGenerator: PDF reports for trip, fleet,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ML Pipeline (Offline)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Step 1: Generate synthetic data (calm/aggressive) ? trips.csv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Step 2: EDA plots for data understanding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Step 3: DTW feature extraction ? trips_features.csv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Step 4: Train SVM classifier ? svm_model.pkl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Step 5: Evaluate model and create diagnostics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Trip Scoring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Build calm and aggressive templates from training data.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Compute DTW distance to each template for every trip.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SVM predicts label: calm vs aggressive.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Confidence = max class probability ? 100.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Safety score = 100 ? (p_aggressive ? 100).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Alert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Critical Alert: aggressive trip with safety_score &lt; 30.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Repeat Offender Alert: last N trips (default 3) are aggressive.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Alerts persisted to data/processed/alerts.csv.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Active alerts are those from last 24 hours.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End-to-End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CSV upload or dataset selection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TripScorer ? predictions + safety scores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HistoryManager ? trip_history.csv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AlertEngine ? alerts.csv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Dashboard + pages read history and alerts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ReportGenerator ? PDF outputs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Application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Dashboard (main.py): KPIs, insights, trends, alerts, fleet gauge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Live Scoring: upload CSV, score trips, export results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Alerts: filter, acknowledge, dismiss alerts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Reports: trip/fleet/alert PDF generation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Vehicle Profile: per-vehicle analytics and history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Driver Leaderboard: rank vehicles by safety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Model Performance: metrics, confusion matrix, decision boundary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Tutorial: in-app how-to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Real-time scoring of trip batches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Fleet KPIs and safety trend analytics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Rule-based alerting for risky behavior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Vehicle comparison and leaderboard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PDF reporting (trip, fleet, alert)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Config-driven thresholds and file paths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Input Data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CSV with 50 columns: speed_t0 ? speed_t49.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Optional trip_id column; otherwise auto-generated.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Multiple rows = multiple trips scored in a single batch.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Data stored in data/raw/ for reusable datasets.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Configuration (configs/config.yaml)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Paths: model, data, features, history, alerts, reports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Risk thresholds: low/medium/high for score labels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Alert rule: consecutive aggressive trips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Changing config updates behavior without code edits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Install dependencies: pip install -r requirements.txt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Run pipeline if model missing: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python pipelines/step1_generate.py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python pipelines/step3_dtw_features.py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python pipelines/step4_svm_train.py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Start app: python -m streamlit run app/main.py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How to Use (Operator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Open the Dashboard to see fleet KPIs and alerts.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Go to Live Scoring, upload CSV, and score trips.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Review alerts and acknowledge/dismiss as needed.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Generate PDF reports for management or compliance.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Why DBAS Is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DTW handles time-series alignment better than simple averages.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Fully local and lightweight: no external database required.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Config-driven and modular architecture for easy expansion.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Unified workflow: scoring, alerts, analytics, reports in one UI.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Transparent scoring with safety score and confidence values.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Extensibility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Replace SVM with deep learning models (LSTM/Transformers).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Add GPS/map overlays for spatial risk analysis.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Integrate live telematics feeds for real-time streaming.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Replace CSV storage with a database for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Questions?</a:t>
            </a:r>
          </a:p>
          <a:p>
            <a:pPr>
              <a:defRPr sz="1800">
                <a:solidFill>
                  <a:srgbClr val="0F172A"/>
                </a:solidFill>
                <a:latin typeface="Calibri"/>
              </a:defRPr>
            </a:pPr>
            <a:r>
              <a:t>DBAS v1.0 ? Fleet Safety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